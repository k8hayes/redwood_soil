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 snapToGrid="0" snapToObjects="1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7C507-F182-604C-877F-CF7152BC9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71183-7785-9144-8A62-1A271CC0CA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D1DC9-8C71-E543-B637-016701F0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CD0DB-87FB-FE43-9E8C-2C66FBD18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B33DD-5B8B-1345-90A5-F8F49A3B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63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7F981-6602-EE49-822E-622D3C43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33E74-768A-E149-A617-52E51A985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BF802-D477-D04A-BC2C-8FD26F1A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9D8DB-3A9D-6245-9538-FE419638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97CAC-6F46-1D4A-BD96-7EE0FF95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5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08093-78E7-C345-BCC2-1BAED599D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E2061-153B-C64F-AE11-B01E80137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8572B-22AE-EB4B-AEF5-42151452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5715F-2122-FF41-8DCA-F73DEF5AB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DA8DC-5667-C94C-9524-11B6EEBB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82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63D6-4253-AA49-82C3-BDEC0B05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9A7B6-7AF4-0440-B3DA-6E21E76E7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59308-7381-DA44-890B-374641D6F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124B9-8079-0541-A9A9-C6FDEB935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6C527-8EC1-2A47-8293-A3C5539F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DE471-ABD1-A34A-91E5-BED65C15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8CBF-76CE-5A4B-95B4-D52AC4ED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6FEAE-DD07-1945-B8EC-77119CE74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B8408-F26F-0543-9BD6-7B15B1DF6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6FD00-CEB1-204F-8F1E-210CD029C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1FB259-7431-9C40-9D12-C23578C0F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96D55D-3BC9-EB4F-8FEA-2E9403E2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8A03A-5DB0-9B47-8A69-2B9BB2B8C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86BAC-9489-8D44-BA45-15713272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1FBF6-A29C-B14C-9C3B-182610BCC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7EED6A-217D-6945-9412-474409DD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CCFF5-C0C3-6746-B8D3-053F194B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5F5A8-3D35-DB4B-9D68-64141A868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3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0FFB0-2B9E-0A41-9C8F-7B295BC75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A9A0F-14D2-8C4D-AEAE-25208FC56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5BDE7-51DB-B14D-AC82-F233AFDF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1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4F01-2323-D844-999A-1AE4E2D9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99C3D-9C6B-3148-BE8B-246607A53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6A169-0844-4A49-8886-CF75DDD9B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6B6CA-9078-A942-99F7-F7E8DE03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3A76C-5043-164C-AC82-922570AC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EB68B-EA84-454E-8C76-85028200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9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B5B7-07F5-1841-9126-26CDCA29D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C2719-1961-DC49-B625-AA05B0A88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A8028-D20A-7941-9391-EB6FC79EF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9B635-64EF-0442-9233-9351B52F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149DB-3B1A-AE4B-93DE-C77577CA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5464C-19FD-914B-81C3-7D16C9C0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4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727AE-BEE7-7142-8AAD-F3BD0E41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C6CDA-4FDF-6B4D-9F58-A13D38A65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F32D7-C6B8-F949-B627-467E680E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C14F9-0402-4341-93E6-E7611ED2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34456-653B-C14D-B3FC-030021E3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5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D146C-7E57-2C45-8059-FA435A8B45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83678-14B7-B642-9065-789D6A2A8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81A31-019F-F34D-9D34-6EAB3E5A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229D0-50A8-0F49-A756-C0022CAFD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383C0-7805-A642-8163-9A92CA88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03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84F87-9AE5-DB45-83F1-0CDA1ECC1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1FFF9-240D-BA40-9FC2-8BDAC80A6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BF019-C3A7-9640-8C03-72C5EE17D3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5377B-8B8D-9643-A315-65AAC45505BE}" type="datetimeFigureOut">
              <a:rPr lang="en-US" smtClean="0"/>
              <a:t>2/25/19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D44EE-5048-6245-8EAA-190747FB8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0188C-2910-AA4A-BECF-227162F31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2F96A-E83C-D349-937F-FBF909A1D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7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2F169F-B656-5B41-B60D-101CD15B2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73" y="228600"/>
            <a:ext cx="6717596" cy="6515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95E058-57A8-9643-AE0E-670ACF6EF213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11" t="28410" r="1277" b="38098"/>
          <a:stretch/>
        </p:blipFill>
        <p:spPr>
          <a:xfrm>
            <a:off x="7051512" y="4514850"/>
            <a:ext cx="2935451" cy="21145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9EF3D56-66DC-6A43-B3C3-3B71538382EE}"/>
              </a:ext>
            </a:extLst>
          </p:cNvPr>
          <p:cNvSpPr/>
          <p:nvPr/>
        </p:nvSpPr>
        <p:spPr>
          <a:xfrm>
            <a:off x="4120738" y="397150"/>
            <a:ext cx="6495802" cy="41177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B1B4A7-D160-4B48-958A-EEB28D48AC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52" b="5721"/>
          <a:stretch/>
        </p:blipFill>
        <p:spPr>
          <a:xfrm>
            <a:off x="4432213" y="522514"/>
            <a:ext cx="5691111" cy="3878036"/>
          </a:xfrm>
          <a:prstGeom prst="rect">
            <a:avLst/>
          </a:prstGeom>
          <a:ln>
            <a:noFill/>
          </a:ln>
        </p:spPr>
      </p:pic>
      <p:sp>
        <p:nvSpPr>
          <p:cNvPr id="10" name="5-Point Star 9">
            <a:extLst>
              <a:ext uri="{FF2B5EF4-FFF2-40B4-BE49-F238E27FC236}">
                <a16:creationId xmlns:a16="http://schemas.microsoft.com/office/drawing/2014/main" id="{95300BF5-2AB6-194B-A13A-9562ACC583E5}"/>
              </a:ext>
            </a:extLst>
          </p:cNvPr>
          <p:cNvSpPr/>
          <p:nvPr/>
        </p:nvSpPr>
        <p:spPr>
          <a:xfrm>
            <a:off x="1575460" y="1223158"/>
            <a:ext cx="300841" cy="249382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6735B0-46BD-0944-9225-526D1937080C}"/>
              </a:ext>
            </a:extLst>
          </p:cNvPr>
          <p:cNvCxnSpPr>
            <a:cxnSpLocks/>
          </p:cNvCxnSpPr>
          <p:nvPr/>
        </p:nvCxnSpPr>
        <p:spPr>
          <a:xfrm flipV="1">
            <a:off x="1876301" y="397150"/>
            <a:ext cx="2244437" cy="8260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F9AB5C-1489-5748-A580-0018AAD4ED4E}"/>
              </a:ext>
            </a:extLst>
          </p:cNvPr>
          <p:cNvCxnSpPr>
            <a:cxnSpLocks/>
          </p:cNvCxnSpPr>
          <p:nvPr/>
        </p:nvCxnSpPr>
        <p:spPr>
          <a:xfrm>
            <a:off x="1876301" y="1624940"/>
            <a:ext cx="2244437" cy="28899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C9F51B-E4EB-4548-BA78-2D7A62D223B4}"/>
              </a:ext>
            </a:extLst>
          </p:cNvPr>
          <p:cNvSpPr txBox="1"/>
          <p:nvPr/>
        </p:nvSpPr>
        <p:spPr>
          <a:xfrm>
            <a:off x="2090057" y="1223158"/>
            <a:ext cx="1270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" pitchFamily="2" charset="0"/>
              </a:rPr>
              <a:t>Headwaters Forest Reserve</a:t>
            </a:r>
          </a:p>
        </p:txBody>
      </p:sp>
    </p:spTree>
    <p:extLst>
      <p:ext uri="{BB962C8B-B14F-4D97-AF65-F5344CB8AC3E}">
        <p14:creationId xmlns:p14="http://schemas.microsoft.com/office/powerpoint/2010/main" val="320380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1FB9-20A4-2948-B2D6-9F1609F5C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29985-A427-7842-8D4F-6CF614C84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82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Hayes, Katherine</dc:creator>
  <cp:lastModifiedBy>Hayes, Katherine</cp:lastModifiedBy>
  <cp:revision>3</cp:revision>
  <dcterms:created xsi:type="dcterms:W3CDTF">2019-02-25T23:54:20Z</dcterms:created>
  <dcterms:modified xsi:type="dcterms:W3CDTF">2019-02-26T01:02:02Z</dcterms:modified>
</cp:coreProperties>
</file>