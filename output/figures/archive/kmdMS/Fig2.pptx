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9"/>
  </p:normalViewPr>
  <p:slideViewPr>
    <p:cSldViewPr snapToGrid="0" snapToObjects="1" showGuides="1">
      <p:cViewPr varScale="1">
        <p:scale>
          <a:sx n="88" d="100"/>
          <a:sy n="88" d="100"/>
        </p:scale>
        <p:origin x="184" y="5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656B-A6B4-FD47-93C7-053BA1C69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4A48A-CC44-304E-87B9-80C722649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51A16-9DE0-074D-B41F-60DAFA2DF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D288-997F-D349-97B3-8E1799CB8C8B}" type="datetimeFigureOut">
              <a:rPr lang="en-US" smtClean="0"/>
              <a:t>10/4/21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03B41-6FA1-8E44-82D0-5F9BEF688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B965D-00E6-444C-85E2-FEA87D257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E3BCC-3D99-8B4A-9D66-0851C4AE8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1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F2315-367A-DA44-BBB3-14D2B39F3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CF65D-25CA-2D43-BE58-E5302F401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2D00-AD37-C241-84A8-6F5043AFE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D288-997F-D349-97B3-8E1799CB8C8B}" type="datetimeFigureOut">
              <a:rPr lang="en-US" smtClean="0"/>
              <a:t>10/4/21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FB3D7-515A-CC47-BCCC-F9E84CCBE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EF439-D758-D341-9E4C-45DA380B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E3BCC-3D99-8B4A-9D66-0851C4AE8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C8F4D-E4B4-BE41-91A1-995B3ED6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426C5-640C-9348-B247-B5ACAC55E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1426C-0095-DB4B-9A58-6510B4639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D288-997F-D349-97B3-8E1799CB8C8B}" type="datetimeFigureOut">
              <a:rPr lang="en-US" smtClean="0"/>
              <a:t>10/4/21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F96C6-4C16-7B42-8ADE-A3AC2D84B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3289A-85E5-EC4B-BCE4-631D48D74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E3BCC-3D99-8B4A-9D66-0851C4AE8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87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CEC9-7F22-2C4E-BC48-6AA655192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F4774-009A-5547-BEEF-50CC6205A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9CF13-5850-6740-BF8D-EE4BFE41D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E35F3-E89E-2545-88C1-87DFB9706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D288-997F-D349-97B3-8E1799CB8C8B}" type="datetimeFigureOut">
              <a:rPr lang="en-US" smtClean="0"/>
              <a:t>10/4/21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30213-572E-E74A-B481-967DD2375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53577-F6CF-0248-9948-47D588A9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E3BCC-3D99-8B4A-9D66-0851C4AE8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965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C161B-07A1-0843-8542-C0EB5C82F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D9C88-5069-474D-9C3C-005EF7CCC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27E28-691D-E849-9840-8D13E9E35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7722D8-C55F-1B43-9674-735385A9A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01E035-44C4-C047-A500-14C2E676F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AE4B4A-273F-4C49-8B8A-541D7CACE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D288-997F-D349-97B3-8E1799CB8C8B}" type="datetimeFigureOut">
              <a:rPr lang="en-US" smtClean="0"/>
              <a:t>10/4/21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C37561-69C0-9C44-8475-AA32D70A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DB9CBB-AE3C-B44F-9C9A-26A2B64A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E3BCC-3D99-8B4A-9D66-0851C4AE8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23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E3F3B-6D8C-A24D-B8E8-9CAC7A803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175E12-1773-CB43-92E1-056FF6A9E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D288-997F-D349-97B3-8E1799CB8C8B}" type="datetimeFigureOut">
              <a:rPr lang="en-US" smtClean="0"/>
              <a:t>10/4/21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9A1A1-3489-0742-9BDD-26278A3BA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27658-03B3-164A-8185-3FCF0A45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E3BCC-3D99-8B4A-9D66-0851C4AE8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34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702AD-F3BB-1147-AE40-D210CE639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D288-997F-D349-97B3-8E1799CB8C8B}" type="datetimeFigureOut">
              <a:rPr lang="en-US" smtClean="0"/>
              <a:t>10/4/21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2B923-4EBA-4B44-B66B-A84EC5A56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119F8-5715-9E49-84AD-9C9C2B1D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E3BCC-3D99-8B4A-9D66-0851C4AE8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6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DA57C-BEA8-1D43-907C-D6001417C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250A6-0766-D343-86C1-2E07AB1B4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6F768-B9A9-4F43-8630-00182A14D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AB928-98E0-EC46-A1D2-26E6B62E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D288-997F-D349-97B3-8E1799CB8C8B}" type="datetimeFigureOut">
              <a:rPr lang="en-US" smtClean="0"/>
              <a:t>10/4/21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20638-519C-6A48-84C3-1E739095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BAF40-7CE5-494D-8762-51EA8E1CF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E3BCC-3D99-8B4A-9D66-0851C4AE8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04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5E9CB-1DD5-954E-9769-B64EA6A3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E08B04-C6CB-C64E-BA23-750FA1B43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9EF90-EE40-DF42-9869-16EA114F6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5A683-0518-FF4C-9A8A-A2D726C46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D288-997F-D349-97B3-8E1799CB8C8B}" type="datetimeFigureOut">
              <a:rPr lang="en-US" smtClean="0"/>
              <a:t>10/4/21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20BF9-73D8-1B4F-B70C-2437534D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AB995-FB64-6442-8F94-1F810FA3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E3BCC-3D99-8B4A-9D66-0851C4AE8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89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DB43A-3398-CE43-9292-0A20429A2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FBAF95-3515-6841-B412-46EF2ACC4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56BBD-B1E2-A641-8797-B62769043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D288-997F-D349-97B3-8E1799CB8C8B}" type="datetimeFigureOut">
              <a:rPr lang="en-US" smtClean="0"/>
              <a:t>10/4/21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EC18A-61C9-274F-BF99-87DE58B12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EAC5D-08B8-F941-88AC-49BA5415A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E3BCC-3D99-8B4A-9D66-0851C4AE8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85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2C18E7-E099-9841-A8C2-0099DDD3F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A4659-2602-554C-8862-1CB69E075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D07F3-4D80-6141-BABC-9646A493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D288-997F-D349-97B3-8E1799CB8C8B}" type="datetimeFigureOut">
              <a:rPr lang="en-US" smtClean="0"/>
              <a:t>10/4/21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8A3F7-21AF-0B4A-815F-7B13CB6F3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A77D8-689A-4540-B42B-DE2F7256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E3BCC-3D99-8B4A-9D66-0851C4AE8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08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BE6E4-AC48-D74C-889D-B616D2D54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8CAC2-A287-604F-9AA2-4CE17030C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02775-6D87-3848-ACC9-F47A8E2D60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4D288-997F-D349-97B3-8E1799CB8C8B}" type="datetimeFigureOut">
              <a:rPr lang="en-US" smtClean="0"/>
              <a:t>10/4/21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5DBFA-16DC-6345-924D-F8555E653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562AF-F529-984B-922B-2B4F11BE5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E3BCC-3D99-8B4A-9D66-0851C4AE8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2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6F42C0EC-BF42-AE4F-AFC1-790C9D0DF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06500"/>
            <a:ext cx="11430000" cy="4445000"/>
          </a:xfrm>
          <a:prstGeom prst="rect">
            <a:avLst/>
          </a:prstGeom>
        </p:spPr>
      </p:pic>
      <p:pic>
        <p:nvPicPr>
          <p:cNvPr id="7" name="Picture 6" descr="Graphical user interface, diagram, text&#10;&#10;Description automatically generated with medium confidence">
            <a:extLst>
              <a:ext uri="{FF2B5EF4-FFF2-40B4-BE49-F238E27FC236}">
                <a16:creationId xmlns:a16="http://schemas.microsoft.com/office/drawing/2014/main" id="{1D17C5CB-0DB8-C540-8CE8-464B7F7B2D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688"/>
          <a:stretch/>
        </p:blipFill>
        <p:spPr>
          <a:xfrm>
            <a:off x="4027710" y="1801340"/>
            <a:ext cx="1759371" cy="1226065"/>
          </a:xfrm>
          <a:prstGeom prst="rect">
            <a:avLst/>
          </a:prstGeom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996407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Hayes, Katherine</dc:creator>
  <cp:lastModifiedBy>Hayes, Katherine</cp:lastModifiedBy>
  <cp:revision>2</cp:revision>
  <cp:lastPrinted>2021-09-29T22:40:39Z</cp:lastPrinted>
  <dcterms:created xsi:type="dcterms:W3CDTF">2021-09-29T22:37:36Z</dcterms:created>
  <dcterms:modified xsi:type="dcterms:W3CDTF">2021-10-04T19:49:36Z</dcterms:modified>
</cp:coreProperties>
</file>